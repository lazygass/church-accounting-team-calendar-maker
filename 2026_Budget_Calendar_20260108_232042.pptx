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79422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4990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9422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990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79422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4990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9422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990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79422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4990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9422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990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79422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4990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9422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990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18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79422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4990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9422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990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79422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4990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9422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990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79422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4990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9422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990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24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79422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4990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9422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990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79422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4990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9422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990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79422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4990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9422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990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79422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4990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9422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990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79422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4990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9422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990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
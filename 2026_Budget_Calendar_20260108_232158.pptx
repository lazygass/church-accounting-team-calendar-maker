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80481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804817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530626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5306261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3054095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4555539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 cap="flat" cmpd="sng" algn="ctr">
                      <a:solidFill>
                        <a:srgbClr val="0061FF"/>
                      </a:solidFill>
                      <a:prstDash val="solid"/>
                    </a:lnL>
                    <a:lnR w="19050" cap="flat" cmpd="sng" algn="ctr">
                      <a:solidFill>
                        <a:srgbClr val="0061FF"/>
                      </a:solidFill>
                      <a:prstDash val="solid"/>
                    </a:lnR>
                    <a:lnT w="19050" cap="flat" cmpd="sng" algn="ctr">
                      <a:solidFill>
                        <a:srgbClr val="0061FF"/>
                      </a:solidFill>
                      <a:prstDash val="solid"/>
                    </a:lnT>
                    <a:lnB w="19050" cap="flat" cmpd="sng" algn="ctr">
                      <a:solidFill>
                        <a:srgbClr val="0061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041647" y="305409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7215" y="3054095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41647" y="455553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5" y="4555539"/>
            <a:ext cx="3657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NanumSquare Bold"/>
              </a:rPr>
              <a:t>&lt;-전 주 토요일 자정까지 결재 난 건에 한해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45459" y="2303373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5459" y="3804817"/>
            <a:ext cx="2275549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
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C0D3DE"/>
    <a:srgbClr val="F4F8FB"/>
    <a:srgbClr val="FD79A8"/>
    <a:srgbClr val="0061FF"/>
    <a:srgbClr val="FEFE82"/>
    <a:srgbClr val="24324E"/>
    <a:srgbClr val="FFE8CB"/>
    <a:srgbClr val="FFF4E7"/>
    <a:srgbClr val="B4B6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9" d="100"/>
          <a:sy n="69" d="100"/>
        </p:scale>
        <p:origin x="38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6C7D7-5089-486A-BE35-A1253DD2C841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A3652-F678-4CD8-8626-6A628A79C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52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05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82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67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43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76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09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9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854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9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47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40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CFB8B-0B0C-4995-8862-6A5005569D9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F3654-4DA5-4EAD-8B64-264B60FF98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94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7B33BF-61F8-153C-B15A-E29D2CA9886E}"/>
              </a:ext>
            </a:extLst>
          </p:cNvPr>
          <p:cNvSpPr txBox="1"/>
          <p:nvPr/>
        </p:nvSpPr>
        <p:spPr>
          <a:xfrm>
            <a:off x="537881" y="296305"/>
            <a:ext cx="1667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200" dirty="0">
                <a:solidFill>
                  <a:srgbClr val="0061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12</a:t>
            </a:r>
            <a:endParaRPr lang="ko-KR" altLang="en-US" sz="7200" dirty="0">
              <a:solidFill>
                <a:srgbClr val="0061FF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0737BA-83BA-B890-8933-8B8ACD59D366}"/>
              </a:ext>
            </a:extLst>
          </p:cNvPr>
          <p:cNvSpPr/>
          <p:nvPr/>
        </p:nvSpPr>
        <p:spPr>
          <a:xfrm>
            <a:off x="6651539" y="259976"/>
            <a:ext cx="2492462" cy="556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5A1B9-76DD-7BCE-2CA2-89322A5007EE}"/>
              </a:ext>
            </a:extLst>
          </p:cNvPr>
          <p:cNvSpPr txBox="1"/>
          <p:nvPr/>
        </p:nvSpPr>
        <p:spPr>
          <a:xfrm>
            <a:off x="6848670" y="353398"/>
            <a:ext cx="2492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24324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예산집행캘린더</a:t>
            </a:r>
            <a:endParaRPr lang="ko-KR" altLang="en-US" dirty="0">
              <a:solidFill>
                <a:srgbClr val="24324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43017F-E2F1-6286-65B9-C97FB65539F7}"/>
              </a:ext>
            </a:extLst>
          </p:cNvPr>
          <p:cNvSpPr/>
          <p:nvPr/>
        </p:nvSpPr>
        <p:spPr>
          <a:xfrm>
            <a:off x="6596651" y="259976"/>
            <a:ext cx="154047" cy="556177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920B08F-2261-256A-26D0-3F34E25FB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926277"/>
              </p:ext>
            </p:extLst>
          </p:nvPr>
        </p:nvGraphicFramePr>
        <p:xfrm>
          <a:off x="598805" y="1453428"/>
          <a:ext cx="7960659" cy="496821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37237">
                  <a:extLst>
                    <a:ext uri="{9D8B030D-6E8A-4147-A177-3AD203B41FA5}">
                      <a16:colId xmlns:a16="http://schemas.microsoft.com/office/drawing/2014/main" val="1320432863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2783503650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1160735815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3967360146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2867635541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1792364502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3673089014"/>
                    </a:ext>
                  </a:extLst>
                </a:gridCol>
              </a:tblGrid>
              <a:tr h="464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D79A8"/>
                          </a:solidFill>
                        </a:rPr>
                        <a:t>Sun</a:t>
                      </a:r>
                      <a:endParaRPr lang="ko-KR" altLang="en-US" sz="1600" dirty="0">
                        <a:solidFill>
                          <a:srgbClr val="FD79A8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Mon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Tue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Wed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Thu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Fri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Sat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R>
                      <a:noFill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626762"/>
                  </a:ext>
                </a:extLst>
              </a:tr>
              <a:tr h="75063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600" kern="1200" dirty="0">
                          <a:solidFill>
                            <a:srgbClr val="C0D3DE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30</a:t>
                      </a:r>
                      <a:endParaRPr lang="ko-KR" altLang="en-US" sz="1600" kern="1200" dirty="0">
                        <a:solidFill>
                          <a:srgbClr val="C0D3DE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  <a:p>
                      <a:pPr algn="ctr" latinLnBrk="1"/>
                      <a:endParaRPr lang="en-US" altLang="ko-KR" sz="1600" dirty="0">
                        <a:solidFill>
                          <a:srgbClr val="C0D3DE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4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5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6</a:t>
                      </a:r>
                      <a:endParaRPr lang="ko-KR" altLang="en-US" sz="1600" dirty="0">
                        <a:solidFill>
                          <a:schemeClr val="accent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19922"/>
                  </a:ext>
                </a:extLst>
              </a:tr>
              <a:tr h="750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D79A8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7</a:t>
                      </a:r>
                      <a:endParaRPr lang="ko-KR" altLang="en-US" sz="1600" dirty="0">
                        <a:solidFill>
                          <a:srgbClr val="FD79A8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8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9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10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12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13</a:t>
                      </a:r>
                      <a:endParaRPr lang="ko-KR" altLang="en-US" sz="1600" dirty="0">
                        <a:solidFill>
                          <a:schemeClr val="accent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176491"/>
                  </a:ext>
                </a:extLst>
              </a:tr>
              <a:tr h="750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D79A8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14</a:t>
                      </a:r>
                      <a:endParaRPr lang="ko-KR" altLang="en-US" sz="1600" dirty="0">
                        <a:solidFill>
                          <a:srgbClr val="FD79A8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15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16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17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18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19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20</a:t>
                      </a:r>
                      <a:endParaRPr lang="ko-KR" altLang="en-US" sz="1600" dirty="0">
                        <a:solidFill>
                          <a:schemeClr val="accent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442470"/>
                  </a:ext>
                </a:extLst>
              </a:tr>
              <a:tr h="750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D79A8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21</a:t>
                      </a:r>
                      <a:endParaRPr lang="ko-KR" altLang="en-US" sz="1600" dirty="0">
                        <a:solidFill>
                          <a:srgbClr val="FD79A8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22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23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24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25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26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accent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27</a:t>
                      </a:r>
                      <a:endParaRPr lang="ko-KR" altLang="en-US" sz="1600" dirty="0">
                        <a:solidFill>
                          <a:schemeClr val="accent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31475"/>
                  </a:ext>
                </a:extLst>
              </a:tr>
              <a:tr h="750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rgbClr val="FD79A8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28</a:t>
                      </a:r>
                      <a:endParaRPr lang="ko-KR" altLang="en-US" sz="1600" dirty="0">
                        <a:solidFill>
                          <a:srgbClr val="FD79A8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29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30</a:t>
                      </a:r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31</a:t>
                      </a:r>
                      <a:endParaRPr lang="ko-KR" altLang="en-US" sz="16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accent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530175"/>
                  </a:ext>
                </a:extLst>
              </a:tr>
              <a:tr h="750632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rgbClr val="FD79A8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52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D8B8B7A-D114-D7E9-B3EC-A30461920E22}"/>
              </a:ext>
            </a:extLst>
          </p:cNvPr>
          <p:cNvSpPr txBox="1"/>
          <p:nvPr/>
        </p:nvSpPr>
        <p:spPr>
          <a:xfrm>
            <a:off x="584536" y="4590963"/>
            <a:ext cx="1183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highlight>
                  <a:srgbClr val="FFC000"/>
                </a:highligh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운영위원회의</a:t>
            </a:r>
            <a:endParaRPr lang="ko-KR" altLang="en-US" sz="1200" dirty="0">
              <a:highlight>
                <a:srgbClr val="FFC000"/>
              </a:highligh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78B4D83-5995-44D8-8174-57DE0ED68107}"/>
              </a:ext>
            </a:extLst>
          </p:cNvPr>
          <p:cNvSpPr/>
          <p:nvPr/>
        </p:nvSpPr>
        <p:spPr>
          <a:xfrm>
            <a:off x="6307493" y="2247712"/>
            <a:ext cx="2219040" cy="395749"/>
          </a:xfrm>
          <a:prstGeom prst="roundRect">
            <a:avLst>
              <a:gd name="adj" fmla="val 50000"/>
            </a:avLst>
          </a:prstGeom>
          <a:solidFill>
            <a:srgbClr val="FD79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0A726C-395D-7E0B-F39D-DFBB1FC7AAC6}"/>
              </a:ext>
            </a:extLst>
          </p:cNvPr>
          <p:cNvSpPr/>
          <p:nvPr/>
        </p:nvSpPr>
        <p:spPr>
          <a:xfrm>
            <a:off x="6307493" y="3735588"/>
            <a:ext cx="2219040" cy="395749"/>
          </a:xfrm>
          <a:prstGeom prst="roundRect">
            <a:avLst>
              <a:gd name="adj" fmla="val 50000"/>
            </a:avLst>
          </a:prstGeom>
          <a:solidFill>
            <a:srgbClr val="FD79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A5CAC32-4748-4F33-ED67-8F2D1650C0FA}"/>
              </a:ext>
            </a:extLst>
          </p:cNvPr>
          <p:cNvSpPr/>
          <p:nvPr/>
        </p:nvSpPr>
        <p:spPr>
          <a:xfrm>
            <a:off x="1768014" y="2991436"/>
            <a:ext cx="1068494" cy="395749"/>
          </a:xfrm>
          <a:prstGeom prst="roundRect">
            <a:avLst>
              <a:gd name="adj" fmla="val 50000"/>
            </a:avLst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8314F6-CFAB-1C2B-F034-F477880342E4}"/>
              </a:ext>
            </a:extLst>
          </p:cNvPr>
          <p:cNvSpPr txBox="1"/>
          <p:nvPr/>
        </p:nvSpPr>
        <p:spPr>
          <a:xfrm>
            <a:off x="1713540" y="3025513"/>
            <a:ext cx="1183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예산집행일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A4FCB8-5389-BAC8-C8F8-2F7FC34F876F}"/>
              </a:ext>
            </a:extLst>
          </p:cNvPr>
          <p:cNvSpPr txBox="1"/>
          <p:nvPr/>
        </p:nvSpPr>
        <p:spPr>
          <a:xfrm>
            <a:off x="2789853" y="3142544"/>
            <a:ext cx="4462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&lt;-</a:t>
            </a:r>
            <a:r>
              <a:rPr lang="ko-KR" altLang="en-US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전 주 토요일 자정까지 결재 난 건에 한해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AE8410-51C2-77DB-C556-8F58D38CE2F5}"/>
              </a:ext>
            </a:extLst>
          </p:cNvPr>
          <p:cNvSpPr txBox="1"/>
          <p:nvPr/>
        </p:nvSpPr>
        <p:spPr>
          <a:xfrm>
            <a:off x="2789853" y="4656883"/>
            <a:ext cx="4462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&lt;-</a:t>
            </a:r>
            <a:r>
              <a:rPr lang="ko-KR" altLang="en-US" sz="1200" b="1" dirty="0">
                <a:solidFill>
                  <a:srgbClr val="FF0000"/>
                </a:solidFill>
                <a:highlight>
                  <a:srgbClr val="FFFF00"/>
                </a:highlight>
              </a:rPr>
              <a:t>전 주 토요일 자정까지 결재 난 건에 한해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5FE22D-64B0-2748-2E4D-70B6D4B427B6}"/>
              </a:ext>
            </a:extLst>
          </p:cNvPr>
          <p:cNvSpPr txBox="1"/>
          <p:nvPr/>
        </p:nvSpPr>
        <p:spPr>
          <a:xfrm>
            <a:off x="6825274" y="2290559"/>
            <a:ext cx="1183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결재일</a:t>
            </a:r>
            <a:endParaRPr lang="ko-KR" alt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200721-C637-CCF9-082B-DD9759BD2113}"/>
              </a:ext>
            </a:extLst>
          </p:cNvPr>
          <p:cNvSpPr txBox="1"/>
          <p:nvPr/>
        </p:nvSpPr>
        <p:spPr>
          <a:xfrm>
            <a:off x="6825274" y="3781922"/>
            <a:ext cx="1183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결재일</a:t>
            </a:r>
            <a:endParaRPr lang="ko-KR" alt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F36AEE9-A598-85D7-2486-00B4542A1087}"/>
              </a:ext>
            </a:extLst>
          </p:cNvPr>
          <p:cNvSpPr/>
          <p:nvPr/>
        </p:nvSpPr>
        <p:spPr>
          <a:xfrm>
            <a:off x="1768014" y="4498067"/>
            <a:ext cx="1068494" cy="395749"/>
          </a:xfrm>
          <a:prstGeom prst="roundRect">
            <a:avLst>
              <a:gd name="adj" fmla="val 50000"/>
            </a:avLst>
          </a:prstGeom>
          <a:solidFill>
            <a:srgbClr val="006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177681-A712-DBDA-35CF-E95415D4FA88}"/>
              </a:ext>
            </a:extLst>
          </p:cNvPr>
          <p:cNvSpPr txBox="1"/>
          <p:nvPr/>
        </p:nvSpPr>
        <p:spPr>
          <a:xfrm>
            <a:off x="1713540" y="4532144"/>
            <a:ext cx="1183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예산집행일</a:t>
            </a:r>
            <a:endParaRPr lang="ko-KR" altLang="en-US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000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1791</TotalTime>
  <Words>64</Words>
  <Application>Microsoft Office PowerPoint</Application>
  <PresentationFormat>화면 슬라이드 쇼(4:3)</PresentationFormat>
  <Paragraphs>48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나눔스퀘어 Bold</vt:lpstr>
      <vt:lpstr>나눔스퀘어라운드 Bold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mijeong song</dc:creator>
  <cp:lastModifiedBy>JiHyeon Sim</cp:lastModifiedBy>
  <cp:revision>65</cp:revision>
  <dcterms:created xsi:type="dcterms:W3CDTF">2024-07-16T01:22:06Z</dcterms:created>
  <dcterms:modified xsi:type="dcterms:W3CDTF">2026-01-08T12:04:06Z</dcterms:modified>
</cp:coreProperties>
</file>
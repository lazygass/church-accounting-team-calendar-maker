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18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804817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5306261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3054095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4555539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766098" y="3054095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666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6098" y="4555539"/>
            <a:ext cx="1069848" cy="320040"/>
          </a:xfrm>
          <a:prstGeom prst="roundRect">
            <a:avLst>
              <a:gd name="adj" fmla="val 30000"/>
            </a:avLst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1666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3234" y="2303373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3234" y="3804817"/>
            <a:ext cx="2275549" cy="320040"/>
          </a:xfrm>
          <a:prstGeom prst="roundRect">
            <a:avLst>
              <a:gd name="adj" fmla="val 30000"/>
            </a:avLst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
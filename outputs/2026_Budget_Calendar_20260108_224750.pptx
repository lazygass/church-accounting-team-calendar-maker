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12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1499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dirty="0" err="1">
                <a:latin typeface="NanumSquare Bold"/>
              </a:rPr>
              <a:t>예산집행캘린더</a:t>
            </a:r>
            <a:r>
              <a:rPr lang="en-US" sz="1600">
                <a:latin typeface="NanumSquare Bold"/>
              </a:rPr>
              <a:t>  </a:t>
            </a:r>
            <a:r>
              <a:rPr sz="1600">
                <a:latin typeface="NanumSquare Bold"/>
              </a:rPr>
              <a:t>26.03</a:t>
            </a:r>
            <a:endParaRPr sz="1600" dirty="0">
              <a:latin typeface="NanumSquare Bold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 dirty="0" err="1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  <a:endParaRPr sz="1400" dirty="0">
                        <a:solidFill>
                          <a:srgbClr val="000000"/>
                        </a:solidFill>
                        <a:latin typeface="NanumSquare Bold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782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17236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656</Words>
  <Application>Microsoft Office PowerPoint</Application>
  <PresentationFormat>화면 슬라이드 쇼(4:3)</PresentationFormat>
  <Paragraphs>595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NanumSquare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SJH</cp:lastModifiedBy>
  <cp:revision>2</cp:revision>
  <dcterms:created xsi:type="dcterms:W3CDTF">2013-01-27T09:14:16Z</dcterms:created>
  <dcterms:modified xsi:type="dcterms:W3CDTF">2026-03-03T09:40:32Z</dcterms:modified>
  <cp:category/>
</cp:coreProperties>
</file>
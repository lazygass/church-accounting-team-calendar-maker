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89625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39770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89625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39770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89625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39770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14553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64697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18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89625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39770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14553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64697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14553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64697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89625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39770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14553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64697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89625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39770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89625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39770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14553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64697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249424"/>
            <a:ext cx="2221992" cy="393192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286000"/>
            <a:ext cx="1179576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